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8"/>
    <p:restoredTop sz="94648"/>
  </p:normalViewPr>
  <p:slideViewPr>
    <p:cSldViewPr snapToGrid="0">
      <p:cViewPr>
        <p:scale>
          <a:sx n="114" d="100"/>
          <a:sy n="114" d="100"/>
        </p:scale>
        <p:origin x="13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49EA95-BA7D-E50C-C9DF-BA6FA811F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5E4F3D9-4395-B8F2-AD48-4F7BB0C43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40E916-7C67-E27D-3816-FA7C86864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4191E9-A841-9DEE-C170-3D3DD8DEB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E94BF-BE9F-2AB2-A4EC-8E736332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56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6F5C4F-5C99-430E-B825-F0728F1A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C7660D-84BA-C3F3-F9D0-2E47CA3BB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74C240-DDDF-CFB7-5304-998B847D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9D8C84-064A-9B9B-D499-5B7C920F7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199D54-CA76-5183-9D99-606A2779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062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76AA4-8FA1-0FC0-3AE1-184E1F94E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219B9D-9BB4-8A17-B207-1C120816C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4B8E7E-EAAA-6EED-B58A-5E41832E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AABD43-EEF1-B1E6-D27B-5E3CA2C6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BF99C7-7C8C-BDBF-2112-CD479225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66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1B1D69-1A34-B14D-68AB-94650CB8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5BE1BE-A29E-0CB7-C0DA-D5FF30171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AA0AB6-6D70-916B-0ECB-15A135808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C3CC83-4F0A-8AEB-E60A-258F3B74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DA8360-6CEE-218F-7E03-1734E182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FC65FD-90F5-664E-18E1-8CE01C80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28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881A5E-C4E5-E84A-B263-CB5ADBA44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3CE044-6611-057D-0079-A22FFAFE4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62FBCF-8F23-90A9-99A6-4DDFEDF3E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DA72400-5146-A982-A923-70472C6E5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84A2FF5-B799-E1DF-D991-69A59A4C0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2CF362F-6246-414D-4D5C-A62F7EB49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496649-DC55-AE51-0AD5-B7A90756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E456DA-084C-86FC-E668-B880B21E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84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EA9F6-CD3E-EC5D-6048-BF1F991D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CEEB9A-EEAC-1F25-B320-82039D38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859629-D743-7A7F-15C4-3C89D6321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BD81928-9E0D-CF3A-BBB9-499D9416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3761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AAF20C-8946-5427-2E6D-ECB2294A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9DA084C-7C19-C214-7B5B-C73347AC8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4A773E-D194-DB6F-4A2A-565B9F8C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89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E23B0-ACF3-6028-955F-418C66330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D8BEBC-8B88-731F-A292-D68B278E1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974700-87E6-9BF7-6858-CAAFBAE0E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E4EE82-4DA5-903C-94E0-51643F63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4B9CF7-6FE1-34A5-B3C9-141B5B306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FFF183-8E06-0490-CC9D-C8B74F1F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56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EF091B-5674-F240-3002-CBC0A8461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6907033-DF1F-785E-4493-02860C318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351448-D101-4918-3C68-A0BB64AB8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731419-7F05-163F-BFF9-6A04E912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0899ED-AF35-E3BD-8DFD-A52EE2D69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719E3F-C60D-E6DF-B0EB-750301D6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126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1D6B7-136C-86BD-198B-00A2DE2A6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22FE7A-14B3-BFF7-5A51-9302C8AF3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9C2E95-442E-18D5-68B4-88EBFEAE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99998D-B872-5B47-E61A-89D3171AE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7A6E09-E612-0FD4-75A0-FE2E820E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92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2E98FB9-762B-24DF-985A-AEFA4751E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F438BA-3CAB-6EA5-9F3B-6A57E5C70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A10CD7-C800-D76A-30FB-ABFCE41F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721056-DFE7-FED6-A521-FEBEBF9B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DB77CF-DF03-80E7-D520-5CC256AF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21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046D604-0FD4-34A1-6041-FBA773CF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B3140E-1DAC-A508-729D-5CE46CE16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E26A08-5E44-1631-9D08-7402CC928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8B3E6-11F1-A54B-B4EC-F592D63E2719}" type="datetimeFigureOut">
              <a:rPr kumimoji="1" lang="ja-JP" altLang="en-US" smtClean="0"/>
              <a:t>2022/10/5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9D1C6F-5BEB-135C-D3DD-8D86DD536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B23DC4-59EA-8570-6BE1-1F23DF3FE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14B20-D5C2-9342-BBE1-8F64BC6C2E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612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四角形 が含まれている画像&#10;&#10;自動的に生成された説明">
            <a:extLst>
              <a:ext uri="{FF2B5EF4-FFF2-40B4-BE49-F238E27FC236}">
                <a16:creationId xmlns:a16="http://schemas.microsoft.com/office/drawing/2014/main" id="{7C352123-711E-D340-A6C8-630B3ED6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52" y="1"/>
            <a:ext cx="11351170" cy="685799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65B823E-00F9-E72C-A7CA-5CD7C98E6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572452" y="3308350"/>
            <a:ext cx="2540000" cy="23876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CCEECB4-C2E7-269B-9ADC-E489526FD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10" y="355755"/>
            <a:ext cx="2070100" cy="25400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9596744-17B5-B95C-93BC-CBAFFBF2A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4117" y="4130635"/>
            <a:ext cx="3658263" cy="282905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E006088D-01EA-73E2-0BE1-7DB89C8C07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537" y="3373741"/>
            <a:ext cx="1748435" cy="2056982"/>
          </a:xfrm>
          <a:prstGeom prst="rect">
            <a:avLst/>
          </a:prstGeom>
        </p:spPr>
      </p:pic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59E11EE-2212-DF12-74B4-D0729909E562}"/>
              </a:ext>
            </a:extLst>
          </p:cNvPr>
          <p:cNvGrpSpPr/>
          <p:nvPr/>
        </p:nvGrpSpPr>
        <p:grpSpPr>
          <a:xfrm>
            <a:off x="7692967" y="217308"/>
            <a:ext cx="2540000" cy="2962178"/>
            <a:chOff x="6932131" y="419732"/>
            <a:chExt cx="2540000" cy="2962178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A3A98F41-B79B-772A-F6DA-CBFD439C5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4938" b="89712" l="9662" r="89855">
                          <a14:foregroundMark x1="56845" y1="34356" x2="54106" y2="34568"/>
                          <a14:foregroundMark x1="59420" y1="34156" x2="57985" y2="34267"/>
                          <a14:foregroundMark x1="40580" y1="11523" x2="57971" y2="13992"/>
                          <a14:backgroundMark x1="46377" y1="79835" x2="62319" y2="70370"/>
                          <a14:backgroundMark x1="72464" y1="76955" x2="50242" y2="46914"/>
                          <a14:backgroundMark x1="50242" y1="46914" x2="9662" y2="58025"/>
                          <a14:backgroundMark x1="9662" y1="58025" x2="15459" y2="89300"/>
                          <a14:backgroundMark x1="15459" y1="89300" x2="71014" y2="84362"/>
                          <a14:backgroundMark x1="71014" y1="84362" x2="80193" y2="76132"/>
                          <a14:backgroundMark x1="80193" y1="74897" x2="42512" y2="61317"/>
                          <a14:backgroundMark x1="42512" y1="61317" x2="41546" y2="86420"/>
                          <a14:backgroundMark x1="14493" y1="86008" x2="23188" y2="50206"/>
                          <a14:backgroundMark x1="23188" y1="50206" x2="57005" y2="50617"/>
                          <a14:backgroundMark x1="83575" y1="73251" x2="71498" y2="79835"/>
                          <a14:backgroundMark x1="86957" y1="84362" x2="49275" y2="81893"/>
                          <a14:backgroundMark x1="49275" y1="81893" x2="87923" y2="75720"/>
                          <a14:backgroundMark x1="87923" y1="75720" x2="94686" y2="82716"/>
                          <a14:backgroundMark x1="28502" y1="74074" x2="30435" y2="65432"/>
                          <a14:backgroundMark x1="30435" y1="65844" x2="34300" y2="65844"/>
                          <a14:backgroundMark x1="29952" y1="71605" x2="29469" y2="79424"/>
                          <a14:backgroundMark x1="55072" y1="40329" x2="57971" y2="33745"/>
                          <a14:backgroundMark x1="58937" y1="35802" x2="57488" y2="35391"/>
                          <a14:backgroundMark x1="59903" y1="43621" x2="64251" y2="29218"/>
                          <a14:backgroundMark x1="57488" y1="42387" x2="62802" y2="30041"/>
                          <a14:backgroundMark x1="58454" y1="37860" x2="60386" y2="30041"/>
                          <a14:backgroundMark x1="62319" y1="6996" x2="57488" y2="4938"/>
                          <a14:backgroundMark x1="55072" y1="40329" x2="57488" y2="34156"/>
                          <a14:backgroundMark x1="57488" y1="40741" x2="59420" y2="3374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248953" y="419732"/>
              <a:ext cx="1769166" cy="2078340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1C3A6937-1598-5D98-88A6-78BA21E51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32131" y="841910"/>
              <a:ext cx="2540000" cy="2540000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110428FA-24E9-002A-F8F5-8AB908AA0F36}"/>
                </a:ext>
              </a:extLst>
            </p:cNvPr>
            <p:cNvSpPr txBox="1"/>
            <p:nvPr/>
          </p:nvSpPr>
          <p:spPr>
            <a:xfrm rot="20887759">
              <a:off x="7266940" y="1480595"/>
              <a:ext cx="1870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/>
                <a:t>教養　　　区分</a:t>
              </a:r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B89F420-3DD3-81AB-FED3-F0D5B8FE3455}"/>
              </a:ext>
            </a:extLst>
          </p:cNvPr>
          <p:cNvSpPr txBox="1"/>
          <p:nvPr/>
        </p:nvSpPr>
        <p:spPr>
          <a:xfrm rot="21046638">
            <a:off x="8062719" y="554516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数々の專門区分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EA6CB67-A37F-B826-E779-FE452D301BE8}"/>
              </a:ext>
            </a:extLst>
          </p:cNvPr>
          <p:cNvSpPr txBox="1"/>
          <p:nvPr/>
        </p:nvSpPr>
        <p:spPr>
          <a:xfrm>
            <a:off x="10288454" y="43174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院卒区分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7FBA95A-8557-86BC-3619-9C0CACE3D096}"/>
              </a:ext>
            </a:extLst>
          </p:cNvPr>
          <p:cNvSpPr txBox="1"/>
          <p:nvPr/>
        </p:nvSpPr>
        <p:spPr>
          <a:xfrm>
            <a:off x="6048179" y="420180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その他公務員との併願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DBE8A6C8-B154-6556-FFA0-AC789F6621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4494" y="217308"/>
            <a:ext cx="2540000" cy="2540000"/>
          </a:xfrm>
          <a:prstGeom prst="rect">
            <a:avLst/>
          </a:prstGeom>
        </p:spPr>
      </p:pic>
      <p:pic>
        <p:nvPicPr>
          <p:cNvPr id="25" name="図 2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BC080A76-57D0-1DFB-6862-8FDE93401E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73528">
            <a:off x="3232448" y="530963"/>
            <a:ext cx="1324110" cy="1813366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F1C902AD-43ED-D7F4-9C48-E8E4CB0EC9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89568" y="4025641"/>
            <a:ext cx="2540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39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13</Words>
  <Application>Microsoft Macintosh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eisuke izawa</dc:creator>
  <cp:lastModifiedBy>eisuke izawa</cp:lastModifiedBy>
  <cp:revision>1</cp:revision>
  <dcterms:created xsi:type="dcterms:W3CDTF">2022-10-05T00:49:20Z</dcterms:created>
  <dcterms:modified xsi:type="dcterms:W3CDTF">2022-10-05T02:23:34Z</dcterms:modified>
</cp:coreProperties>
</file>